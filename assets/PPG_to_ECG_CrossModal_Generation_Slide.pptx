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Microsoft YaHei"/>
              </a:defRPr>
            </a:pPr>
            <a:r>
              <a:t>【前沿追踪】消费级脉搏波 (PPG) 跨模态生成诊断级心电 (ECG) 技术全景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Microsoft YaHei"/>
              </a:defRPr>
            </a:pPr>
            <a:r>
              <a:t>清华大学 × 安贞医院 (王立元/朱军团队 · UniCardio)  vs.  北京大学健康医疗大数据研究院 (洪申达团队 · PPGFlowECG / AnyPPG)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539496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5394960" cy="4572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82880"/>
          <a:lstStyle/>
          <a:p>
            <a:pPr algn="ctr">
              <a:defRPr sz="1250" b="1">
                <a:solidFill>
                  <a:srgbClr val="FFFFFF"/>
                </a:solidFill>
                <a:latin typeface="Microsoft YaHei"/>
              </a:defRPr>
            </a:pPr>
            <a:r>
              <a:t>🏛️ 清华大学 × 安贞医院: UniCardio (Nature MI)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81912"/>
            <a:ext cx="5120640" cy="14447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nicardio_fig2a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82496"/>
            <a:ext cx="4937760" cy="12370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099816"/>
            <a:ext cx="5120640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6D28D9"/>
                </a:solidFill>
                <a:latin typeface="Microsoft YaHei"/>
              </a:rPr>
              <a:t>• 统一扩散 DiT 范式: </a:t>
            </a:r>
            <a:r>
              <a:rPr sz="950">
                <a:solidFill>
                  <a:srgbClr val="334155"/>
                </a:solidFill>
                <a:latin typeface="Microsoft YaHei"/>
              </a:rPr>
              <a:t>统一建模 PPG、ECG 与连续血压 (BP)，单模型搞定滤波去噪、间歇填补与跨模态双向互译。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6D28D9"/>
                </a:solidFill>
                <a:latin typeface="Microsoft YaHei"/>
              </a:rPr>
              <a:t>• 持续学习轻量插件: </a:t>
            </a:r>
            <a:r>
              <a:rPr sz="950">
                <a:solidFill>
                  <a:srgbClr val="334155"/>
                </a:solidFill>
                <a:latin typeface="Microsoft YaHei"/>
              </a:rPr>
              <a:t>提出阶段式递进学习，新增传感器仅需增挂轻量适配器（增量仅 0.3M/模态），解决传感器断连与组合爆炸。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6D28D9"/>
                </a:solidFill>
                <a:latin typeface="Microsoft YaHei"/>
              </a:rPr>
              <a:t>• 临床病理级保真度: </a:t>
            </a:r>
            <a:r>
              <a:rPr sz="950">
                <a:solidFill>
                  <a:srgbClr val="334155"/>
                </a:solidFill>
                <a:latin typeface="Microsoft YaHei"/>
              </a:rPr>
              <a:t>安贞医院验证：高保真重现心肌缺血 ST 段位移、房颤 (AF) 及早搏等急重症病理微形态。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6D28D9"/>
                </a:solidFill>
                <a:latin typeface="Microsoft YaHei"/>
              </a:rPr>
              <a:t>• 完全依托公开数据集: </a:t>
            </a:r>
            <a:r>
              <a:rPr sz="950">
                <a:solidFill>
                  <a:srgbClr val="334155"/>
                </a:solidFill>
                <a:latin typeface="Microsoft YaHei"/>
              </a:rPr>
              <a:t>预训练与验证全流程依托 MIMIC-III/IV、VitalDB、PTB-XL 与 WESAD 等经典开源数据集。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9496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39496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82880"/>
          <a:lstStyle/>
          <a:p>
            <a:pPr algn="ctr">
              <a:defRPr sz="1250" b="1">
                <a:solidFill>
                  <a:srgbClr val="FFFFFF"/>
                </a:solidFill>
                <a:latin typeface="Microsoft YaHei"/>
              </a:defRPr>
            </a:pPr>
            <a:r>
              <a:t>🏛️ 北京大学健康医疗大数据研究院: PPGFlowECG / AnyPPG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81912"/>
            <a:ext cx="5120640" cy="14447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pgflowecg_fig2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7" y="1636776"/>
            <a:ext cx="2998495" cy="13350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55080" y="3099816"/>
            <a:ext cx="5120640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1D4ED8"/>
                </a:solidFill>
                <a:latin typeface="Microsoft YaHei"/>
              </a:rPr>
              <a:t>• 极速整流流 ODE: </a:t>
            </a:r>
            <a:r>
              <a:rPr sz="950">
                <a:solidFill>
                  <a:srgbClr val="334155"/>
                </a:solidFill>
                <a:latin typeface="Microsoft YaHei"/>
              </a:rPr>
              <a:t>CardioAlign + Rectified Flow 直线传输，仅需 1～4 步 ODE 直线生成，推断 &lt;0.1 秒，化解传统扩散数十步采样的端侧算力痛点。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D4ED8"/>
                </a:solidFill>
                <a:latin typeface="Microsoft YaHei"/>
              </a:rPr>
              <a:t>• 心电引导对比 (AnyPPG): </a:t>
            </a:r>
            <a:r>
              <a:rPr sz="950">
                <a:solidFill>
                  <a:srgbClr val="334155"/>
                </a:solidFill>
                <a:latin typeface="Microsoft YaHei"/>
              </a:rPr>
              <a:t>利用中枢心电绝对纯净电信号锚定表征，过滤脉搏表面伪影；突破心血管界限，支持慢性肾病 (CKD)、帕金森等全身慢病筛查。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D4ED8"/>
                </a:solidFill>
                <a:latin typeface="Microsoft YaHei"/>
              </a:rPr>
              <a:t>• 自研千万级开源数据底座: </a:t>
            </a:r>
            <a:r>
              <a:rPr sz="950">
                <a:solidFill>
                  <a:srgbClr val="334155"/>
                </a:solidFill>
                <a:latin typeface="Microsoft YaHei"/>
              </a:rPr>
              <a:t>洪申达团队在 PhysioNet 开源了国际规模最大的急诊临床同步数据库 MC-MED (11.8万人，超 1000 万对 PPG-ECG)。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D4ED8"/>
                </a:solidFill>
                <a:latin typeface="Microsoft YaHei"/>
              </a:rPr>
              <a:t>• 端侧极紧凑轻量设计: </a:t>
            </a:r>
            <a:r>
              <a:rPr sz="950">
                <a:solidFill>
                  <a:srgbClr val="334155"/>
                </a:solidFill>
                <a:latin typeface="Microsoft YaHei"/>
              </a:rPr>
              <a:t>针对消费级智能手环轻量化设计，单分支骨干参数仅 5.85M，完全满足低功耗 ARM 芯片的近线实时推断。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486400"/>
            <a:ext cx="11064240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/>
          <a:lstStyle/>
          <a:p>
            <a:pPr algn="ctr"/>
            <a:r>
              <a:rPr b="1" sz="1100">
                <a:solidFill>
                  <a:srgbClr val="38BDF8"/>
                </a:solidFill>
                <a:latin typeface="Microsoft YaHei"/>
              </a:rPr>
              <a:t>🔬 跨模态生理信号生成 · 核心技术启示与落地研判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FACC15"/>
                </a:solidFill>
                <a:latin typeface="Microsoft YaHei"/>
              </a:rPr>
              <a:t>① 算法架构演进（病理保真 vs. 端侧时延）: </a:t>
            </a:r>
            <a:r>
              <a:rPr sz="950">
                <a:solidFill>
                  <a:srgbClr val="E2E8F0"/>
                </a:solidFill>
                <a:latin typeface="Microsoft YaHei"/>
              </a:rPr>
              <a:t>UniCardio 采用 DiT 统一扩散，重点保障心肌缺血 ST 段、房颤等急重症病理微形态；PPGFlowECG 用 Rectified Flow 直线 ODE 压缩至 1~4 步（时延 &lt;0.1s）。两者结合可同时解决“临床诊断级保真”与“穿戴设备近线秒级响应”。</a:t>
            </a:r>
          </a:p>
          <a:p>
            <a:pPr>
              <a:spcBef>
                <a:spcPts val="200"/>
              </a:spcBef>
            </a:pPr>
            <a:r>
              <a:rPr b="1" sz="1000">
                <a:solidFill>
                  <a:srgbClr val="34D399"/>
                </a:solidFill>
                <a:latin typeface="Microsoft YaHei"/>
              </a:rPr>
              <a:t>② 工程与数据可行性（开源生态 + 动态插件）: </a:t>
            </a:r>
            <a:r>
              <a:rPr sz="950">
                <a:solidFill>
                  <a:srgbClr val="E2E8F0"/>
                </a:solidFill>
                <a:latin typeface="Microsoft YaHei"/>
              </a:rPr>
              <a:t>两家技术路线均全流程基于 MIMIC、VitalDB 与千万级 MC-MED 开源数据集验证，无私有数据黑盒；配合 UniCardio 的 0.3M 轻量递进插件，为消费穿戴传感器动态断连、异构适配提供了极佳的工程落地范式。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